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鷲見 貴生" initials="鷲見" lastIdx="1" clrIdx="0">
    <p:extLst>
      <p:ext uri="{19B8F6BF-5375-455C-9EA6-DF929625EA0E}">
        <p15:presenceInfo xmlns:p15="http://schemas.microsoft.com/office/powerpoint/2012/main" userId="04a8c5cafa1a43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BF8"/>
    <a:srgbClr val="FFFF00"/>
    <a:srgbClr val="FFFF99"/>
    <a:srgbClr val="CCCC00"/>
    <a:srgbClr val="FFD42B"/>
    <a:srgbClr val="356EC9"/>
    <a:srgbClr val="007033"/>
    <a:srgbClr val="9B41AD"/>
    <a:srgbClr val="AF57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25" d="100"/>
          <a:sy n="125" d="100"/>
        </p:scale>
        <p:origin x="1522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91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67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71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29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29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25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3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66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63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35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22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7AD96-9239-4FD1-8A23-BF15FC59BC26}" type="datetimeFigureOut">
              <a:rPr kumimoji="1" lang="ja-JP" altLang="en-US" smtClean="0"/>
              <a:t>2021/3/2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CE1AE-5D0D-4E58-8584-77742A283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39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 字 23"/>
          <p:cNvSpPr/>
          <p:nvPr/>
        </p:nvSpPr>
        <p:spPr>
          <a:xfrm rot="10800000">
            <a:off x="4925687" y="2818241"/>
            <a:ext cx="598691" cy="598691"/>
          </a:xfrm>
          <a:prstGeom prst="corner">
            <a:avLst>
              <a:gd name="adj1" fmla="val 30250"/>
              <a:gd name="adj2" fmla="val 328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36" name="正方形/長方形 35"/>
          <p:cNvSpPr/>
          <p:nvPr/>
        </p:nvSpPr>
        <p:spPr>
          <a:xfrm rot="5400000">
            <a:off x="995715" y="3682075"/>
            <a:ext cx="360000" cy="122830"/>
          </a:xfrm>
          <a:prstGeom prst="rect">
            <a:avLst/>
          </a:prstGeom>
          <a:solidFill>
            <a:srgbClr val="FFFAEE"/>
          </a:solidFill>
          <a:ln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35" name="正方形/長方形 34"/>
          <p:cNvSpPr/>
          <p:nvPr/>
        </p:nvSpPr>
        <p:spPr>
          <a:xfrm rot="5400000">
            <a:off x="1189587" y="3428583"/>
            <a:ext cx="6084000" cy="122830"/>
          </a:xfrm>
          <a:prstGeom prst="rect">
            <a:avLst/>
          </a:prstGeom>
          <a:solidFill>
            <a:srgbClr val="FFFAEE"/>
          </a:solidFill>
          <a:ln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" name="正方形/長方形 1"/>
          <p:cNvSpPr/>
          <p:nvPr/>
        </p:nvSpPr>
        <p:spPr>
          <a:xfrm>
            <a:off x="996692" y="3849662"/>
            <a:ext cx="7560000" cy="122830"/>
          </a:xfrm>
          <a:prstGeom prst="rect">
            <a:avLst/>
          </a:prstGeom>
          <a:solidFill>
            <a:srgbClr val="FFFAEE"/>
          </a:solidFill>
          <a:ln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4" name="円/楕円 3"/>
          <p:cNvSpPr/>
          <p:nvPr/>
        </p:nvSpPr>
        <p:spPr>
          <a:xfrm>
            <a:off x="1458751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5" name="円/楕円 4"/>
          <p:cNvSpPr/>
          <p:nvPr/>
        </p:nvSpPr>
        <p:spPr>
          <a:xfrm>
            <a:off x="948924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" name="円/楕円 5"/>
          <p:cNvSpPr/>
          <p:nvPr/>
        </p:nvSpPr>
        <p:spPr>
          <a:xfrm>
            <a:off x="1968578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" name="円/楕円 6"/>
          <p:cNvSpPr/>
          <p:nvPr/>
        </p:nvSpPr>
        <p:spPr>
          <a:xfrm>
            <a:off x="948924" y="317203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8" name="円/楕円 7"/>
          <p:cNvSpPr/>
          <p:nvPr/>
        </p:nvSpPr>
        <p:spPr>
          <a:xfrm>
            <a:off x="2988232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9" name="円/楕円 8"/>
          <p:cNvSpPr/>
          <p:nvPr/>
        </p:nvSpPr>
        <p:spPr>
          <a:xfrm>
            <a:off x="2478405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0" name="円/楕円 9"/>
          <p:cNvSpPr/>
          <p:nvPr/>
        </p:nvSpPr>
        <p:spPr>
          <a:xfrm>
            <a:off x="3498059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1" name="円/楕円 10"/>
          <p:cNvSpPr/>
          <p:nvPr/>
        </p:nvSpPr>
        <p:spPr>
          <a:xfrm>
            <a:off x="3998957" y="367038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2" name="円/楕円 11"/>
          <p:cNvSpPr/>
          <p:nvPr/>
        </p:nvSpPr>
        <p:spPr>
          <a:xfrm>
            <a:off x="3998957" y="317203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3" name="円/楕円 12"/>
          <p:cNvSpPr/>
          <p:nvPr/>
        </p:nvSpPr>
        <p:spPr>
          <a:xfrm>
            <a:off x="4517713" y="3691579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" name="円/楕円 13"/>
          <p:cNvSpPr/>
          <p:nvPr/>
        </p:nvSpPr>
        <p:spPr>
          <a:xfrm>
            <a:off x="4013664" y="630737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5" name="円/楕円 14"/>
          <p:cNvSpPr/>
          <p:nvPr/>
        </p:nvSpPr>
        <p:spPr>
          <a:xfrm>
            <a:off x="7767610" y="3664284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6" name="円/楕円 15"/>
          <p:cNvSpPr/>
          <p:nvPr/>
        </p:nvSpPr>
        <p:spPr>
          <a:xfrm>
            <a:off x="3998957" y="416873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0" name="円/楕円 19"/>
          <p:cNvSpPr/>
          <p:nvPr/>
        </p:nvSpPr>
        <p:spPr>
          <a:xfrm>
            <a:off x="3998957" y="466708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1" name="円/楕円 20"/>
          <p:cNvSpPr/>
          <p:nvPr/>
        </p:nvSpPr>
        <p:spPr>
          <a:xfrm>
            <a:off x="3998957" y="516543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2" name="円/楕円 21"/>
          <p:cNvSpPr/>
          <p:nvPr/>
        </p:nvSpPr>
        <p:spPr>
          <a:xfrm>
            <a:off x="3998957" y="566378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3" name="円/楕円 22"/>
          <p:cNvSpPr/>
          <p:nvPr/>
        </p:nvSpPr>
        <p:spPr>
          <a:xfrm>
            <a:off x="3998957" y="6162136"/>
            <a:ext cx="453582" cy="453582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5" name="円/楕円 24"/>
          <p:cNvSpPr>
            <a:spLocks noChangeAspect="1"/>
          </p:cNvSpPr>
          <p:nvPr/>
        </p:nvSpPr>
        <p:spPr>
          <a:xfrm>
            <a:off x="4103295" y="1129087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6" name="円/楕円 25"/>
          <p:cNvSpPr>
            <a:spLocks noChangeAspect="1"/>
          </p:cNvSpPr>
          <p:nvPr/>
        </p:nvSpPr>
        <p:spPr>
          <a:xfrm>
            <a:off x="4088588" y="2741146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7" name="円/楕円 26"/>
          <p:cNvSpPr>
            <a:spLocks noChangeAspect="1"/>
          </p:cNvSpPr>
          <p:nvPr/>
        </p:nvSpPr>
        <p:spPr>
          <a:xfrm>
            <a:off x="4085277" y="289190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8" name="円/楕円 27"/>
          <p:cNvSpPr>
            <a:spLocks noChangeAspect="1"/>
          </p:cNvSpPr>
          <p:nvPr/>
        </p:nvSpPr>
        <p:spPr>
          <a:xfrm>
            <a:off x="5135542" y="3753915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 b="1" dirty="0"/>
          </a:p>
        </p:txBody>
      </p:sp>
      <p:sp>
        <p:nvSpPr>
          <p:cNvPr id="29" name="円/楕円 28"/>
          <p:cNvSpPr>
            <a:spLocks noChangeAspect="1"/>
          </p:cNvSpPr>
          <p:nvPr/>
        </p:nvSpPr>
        <p:spPr>
          <a:xfrm>
            <a:off x="7433533" y="3781210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 b="1" dirty="0"/>
          </a:p>
        </p:txBody>
      </p:sp>
      <p:sp>
        <p:nvSpPr>
          <p:cNvPr id="30" name="円/楕円 29"/>
          <p:cNvSpPr>
            <a:spLocks noChangeAspect="1"/>
          </p:cNvSpPr>
          <p:nvPr/>
        </p:nvSpPr>
        <p:spPr>
          <a:xfrm>
            <a:off x="8310288" y="3781210"/>
            <a:ext cx="274320" cy="274320"/>
          </a:xfrm>
          <a:prstGeom prst="ellipse">
            <a:avLst/>
          </a:prstGeom>
          <a:solidFill>
            <a:srgbClr val="FFFAEE"/>
          </a:solidFill>
          <a:ln w="38100" cmpd="dbl">
            <a:solidFill>
              <a:srgbClr val="644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 b="1" dirty="0"/>
          </a:p>
        </p:txBody>
      </p:sp>
      <p:sp>
        <p:nvSpPr>
          <p:cNvPr id="62" name="正方形/長方形 61"/>
          <p:cNvSpPr/>
          <p:nvPr/>
        </p:nvSpPr>
        <p:spPr>
          <a:xfrm>
            <a:off x="4124441" y="3370155"/>
            <a:ext cx="202613" cy="57344"/>
          </a:xfrm>
          <a:prstGeom prst="rect">
            <a:avLst/>
          </a:prstGeom>
          <a:solidFill>
            <a:srgbClr val="66CCF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3" name="正方形/長方形 62"/>
          <p:cNvSpPr/>
          <p:nvPr/>
        </p:nvSpPr>
        <p:spPr>
          <a:xfrm>
            <a:off x="4141602" y="835881"/>
            <a:ext cx="202613" cy="57344"/>
          </a:xfrm>
          <a:prstGeom prst="rect">
            <a:avLst/>
          </a:prstGeom>
          <a:solidFill>
            <a:srgbClr val="66CCF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4" name="正方形/長方形 63"/>
          <p:cNvSpPr/>
          <p:nvPr/>
        </p:nvSpPr>
        <p:spPr>
          <a:xfrm rot="16200000">
            <a:off x="4641756" y="3889697"/>
            <a:ext cx="202613" cy="57344"/>
          </a:xfrm>
          <a:prstGeom prst="rect">
            <a:avLst/>
          </a:prstGeom>
          <a:solidFill>
            <a:srgbClr val="66CCF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5" name="正方形/長方形 64"/>
          <p:cNvSpPr/>
          <p:nvPr/>
        </p:nvSpPr>
        <p:spPr>
          <a:xfrm rot="16200000">
            <a:off x="7893095" y="3862402"/>
            <a:ext cx="202613" cy="57344"/>
          </a:xfrm>
          <a:prstGeom prst="rect">
            <a:avLst/>
          </a:prstGeom>
          <a:solidFill>
            <a:srgbClr val="66CCF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6" name="正方形/長方形 65"/>
          <p:cNvSpPr/>
          <p:nvPr/>
        </p:nvSpPr>
        <p:spPr>
          <a:xfrm rot="-2700000">
            <a:off x="4141459" y="3905917"/>
            <a:ext cx="202613" cy="57344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7" name="正方形/長方形 66"/>
          <p:cNvSpPr/>
          <p:nvPr/>
        </p:nvSpPr>
        <p:spPr>
          <a:xfrm rot="16200000">
            <a:off x="2648107" y="3826213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68" name="正方形/長方形 67"/>
          <p:cNvSpPr/>
          <p:nvPr/>
        </p:nvSpPr>
        <p:spPr>
          <a:xfrm rot="16200000">
            <a:off x="3670789" y="3839624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0" name="正方形/長方形 69"/>
          <p:cNvSpPr/>
          <p:nvPr/>
        </p:nvSpPr>
        <p:spPr>
          <a:xfrm rot="16200000">
            <a:off x="1628160" y="3829733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1" name="正方形/長方形 70"/>
          <p:cNvSpPr/>
          <p:nvPr/>
        </p:nvSpPr>
        <p:spPr>
          <a:xfrm rot="16200000">
            <a:off x="3161899" y="3943966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2" name="正方形/長方形 71"/>
          <p:cNvSpPr/>
          <p:nvPr/>
        </p:nvSpPr>
        <p:spPr>
          <a:xfrm rot="16200000">
            <a:off x="2140224" y="3947169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3" name="正方形/長方形 72"/>
          <p:cNvSpPr/>
          <p:nvPr/>
        </p:nvSpPr>
        <p:spPr>
          <a:xfrm rot="10800000">
            <a:off x="4212976" y="4395527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4" name="正方形/長方形 73"/>
          <p:cNvSpPr/>
          <p:nvPr/>
        </p:nvSpPr>
        <p:spPr>
          <a:xfrm rot="10800000">
            <a:off x="4128880" y="4879477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5" name="正方形/長方形 74"/>
          <p:cNvSpPr/>
          <p:nvPr/>
        </p:nvSpPr>
        <p:spPr>
          <a:xfrm rot="10800000">
            <a:off x="4199683" y="5372770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6" name="正方形/長方形 75"/>
          <p:cNvSpPr/>
          <p:nvPr/>
        </p:nvSpPr>
        <p:spPr>
          <a:xfrm rot="10800000">
            <a:off x="1121715" y="3383214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7" name="正方形/長方形 76"/>
          <p:cNvSpPr/>
          <p:nvPr/>
        </p:nvSpPr>
        <p:spPr>
          <a:xfrm rot="1800000">
            <a:off x="1031144" y="3935581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78" name="正方形/長方形 77"/>
          <p:cNvSpPr/>
          <p:nvPr/>
        </p:nvSpPr>
        <p:spPr>
          <a:xfrm rot="-1800000">
            <a:off x="1218260" y="3942370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cxnSp>
        <p:nvCxnSpPr>
          <p:cNvPr id="80" name="直線コネクタ 79"/>
          <p:cNvCxnSpPr>
            <a:stCxn id="71" idx="2"/>
            <a:endCxn id="65" idx="0"/>
          </p:cNvCxnSpPr>
          <p:nvPr/>
        </p:nvCxnSpPr>
        <p:spPr>
          <a:xfrm flipV="1">
            <a:off x="3230299" y="3891074"/>
            <a:ext cx="4735431" cy="6729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>
            <a:stCxn id="71" idx="2"/>
            <a:endCxn id="68" idx="0"/>
          </p:cNvCxnSpPr>
          <p:nvPr/>
        </p:nvCxnSpPr>
        <p:spPr>
          <a:xfrm flipV="1">
            <a:off x="3230299" y="3854024"/>
            <a:ext cx="480090" cy="1043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>
            <a:stCxn id="70" idx="2"/>
            <a:endCxn id="68" idx="0"/>
          </p:cNvCxnSpPr>
          <p:nvPr/>
        </p:nvCxnSpPr>
        <p:spPr>
          <a:xfrm>
            <a:off x="1696560" y="3844133"/>
            <a:ext cx="2013829" cy="98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>
            <a:stCxn id="70" idx="2"/>
            <a:endCxn id="72" idx="0"/>
          </p:cNvCxnSpPr>
          <p:nvPr/>
        </p:nvCxnSpPr>
        <p:spPr>
          <a:xfrm>
            <a:off x="1696560" y="3844133"/>
            <a:ext cx="483264" cy="1174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/>
          <p:cNvCxnSpPr>
            <a:stCxn id="76" idx="0"/>
            <a:endCxn id="78" idx="0"/>
          </p:cNvCxnSpPr>
          <p:nvPr/>
        </p:nvCxnSpPr>
        <p:spPr>
          <a:xfrm>
            <a:off x="1175715" y="3412014"/>
            <a:ext cx="89345" cy="53228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/>
          <p:cNvCxnSpPr>
            <a:stCxn id="76" idx="0"/>
            <a:endCxn id="77" idx="0"/>
          </p:cNvCxnSpPr>
          <p:nvPr/>
        </p:nvCxnSpPr>
        <p:spPr>
          <a:xfrm flipH="1">
            <a:off x="1092344" y="3412014"/>
            <a:ext cx="83371" cy="5254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/>
          <p:cNvCxnSpPr>
            <a:stCxn id="74" idx="2"/>
            <a:endCxn id="63" idx="2"/>
          </p:cNvCxnSpPr>
          <p:nvPr/>
        </p:nvCxnSpPr>
        <p:spPr>
          <a:xfrm flipV="1">
            <a:off x="4182880" y="893225"/>
            <a:ext cx="60029" cy="39862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/>
          <p:cNvCxnSpPr>
            <a:stCxn id="73" idx="0"/>
            <a:endCxn id="74" idx="2"/>
          </p:cNvCxnSpPr>
          <p:nvPr/>
        </p:nvCxnSpPr>
        <p:spPr>
          <a:xfrm flipH="1">
            <a:off x="4182880" y="4424327"/>
            <a:ext cx="84096" cy="455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/>
          <p:cNvCxnSpPr>
            <a:stCxn id="73" idx="0"/>
          </p:cNvCxnSpPr>
          <p:nvPr/>
        </p:nvCxnSpPr>
        <p:spPr>
          <a:xfrm flipH="1">
            <a:off x="4263468" y="4424327"/>
            <a:ext cx="3508" cy="186477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テキスト ボックス 112"/>
          <p:cNvSpPr txBox="1"/>
          <p:nvPr/>
        </p:nvSpPr>
        <p:spPr>
          <a:xfrm>
            <a:off x="3976170" y="3714423"/>
            <a:ext cx="4066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BS</a:t>
            </a:r>
            <a:endParaRPr lang="ja-JP" altLang="en-US" sz="800" b="1" dirty="0">
              <a:ea typeface="BIZ UDPゴシック" panose="020B0400000000000000" pitchFamily="50" charset="-128"/>
            </a:endParaRPr>
          </a:p>
        </p:txBody>
      </p:sp>
      <p:grpSp>
        <p:nvGrpSpPr>
          <p:cNvPr id="56" name="グループ化 55"/>
          <p:cNvGrpSpPr/>
          <p:nvPr/>
        </p:nvGrpSpPr>
        <p:grpSpPr>
          <a:xfrm rot="16200000">
            <a:off x="5496667" y="3764036"/>
            <a:ext cx="347997" cy="271175"/>
            <a:chOff x="989873" y="1371598"/>
            <a:chExt cx="1877478" cy="1463015"/>
          </a:xfrm>
        </p:grpSpPr>
        <p:sp>
          <p:nvSpPr>
            <p:cNvPr id="57" name="大波 56"/>
            <p:cNvSpPr/>
            <p:nvPr/>
          </p:nvSpPr>
          <p:spPr>
            <a:xfrm>
              <a:off x="1005954" y="1394613"/>
              <a:ext cx="1861397" cy="1416985"/>
            </a:xfrm>
            <a:prstGeom prst="wave">
              <a:avLst>
                <a:gd name="adj1" fmla="val 2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cxnSp>
          <p:nvCxnSpPr>
            <p:cNvPr id="58" name="直線コネクタ 57"/>
            <p:cNvCxnSpPr/>
            <p:nvPr/>
          </p:nvCxnSpPr>
          <p:spPr>
            <a:xfrm>
              <a:off x="989873" y="1394613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>
              <a:off x="2867351" y="1371598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6200000">
            <a:off x="7021412" y="3792326"/>
            <a:ext cx="347997" cy="271175"/>
            <a:chOff x="989873" y="1371598"/>
            <a:chExt cx="1877478" cy="1463015"/>
          </a:xfrm>
        </p:grpSpPr>
        <p:sp>
          <p:nvSpPr>
            <p:cNvPr id="53" name="大波 52"/>
            <p:cNvSpPr/>
            <p:nvPr/>
          </p:nvSpPr>
          <p:spPr>
            <a:xfrm>
              <a:off x="1005954" y="1394613"/>
              <a:ext cx="1861397" cy="1416985"/>
            </a:xfrm>
            <a:prstGeom prst="wave">
              <a:avLst>
                <a:gd name="adj1" fmla="val 2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cxnSp>
          <p:nvCxnSpPr>
            <p:cNvPr id="54" name="直線コネクタ 53"/>
            <p:cNvCxnSpPr/>
            <p:nvPr/>
          </p:nvCxnSpPr>
          <p:spPr>
            <a:xfrm>
              <a:off x="989873" y="1394613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>
              <a:off x="2867351" y="1371598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グループ化 47"/>
          <p:cNvGrpSpPr/>
          <p:nvPr/>
        </p:nvGrpSpPr>
        <p:grpSpPr>
          <a:xfrm>
            <a:off x="4059632" y="1565624"/>
            <a:ext cx="347997" cy="271175"/>
            <a:chOff x="989873" y="1371598"/>
            <a:chExt cx="1877478" cy="1463015"/>
          </a:xfrm>
        </p:grpSpPr>
        <p:sp>
          <p:nvSpPr>
            <p:cNvPr id="49" name="大波 48"/>
            <p:cNvSpPr/>
            <p:nvPr/>
          </p:nvSpPr>
          <p:spPr>
            <a:xfrm>
              <a:off x="1005954" y="1394613"/>
              <a:ext cx="1861397" cy="1416985"/>
            </a:xfrm>
            <a:prstGeom prst="wave">
              <a:avLst>
                <a:gd name="adj1" fmla="val 2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cxnSp>
          <p:nvCxnSpPr>
            <p:cNvPr id="50" name="直線コネクタ 49"/>
            <p:cNvCxnSpPr/>
            <p:nvPr/>
          </p:nvCxnSpPr>
          <p:spPr>
            <a:xfrm>
              <a:off x="989873" y="1394613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/>
            <p:cNvCxnSpPr/>
            <p:nvPr/>
          </p:nvCxnSpPr>
          <p:spPr>
            <a:xfrm>
              <a:off x="2867351" y="1371598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>
            <a:off x="4051749" y="2377072"/>
            <a:ext cx="347997" cy="271175"/>
            <a:chOff x="989873" y="1371598"/>
            <a:chExt cx="1877478" cy="1463015"/>
          </a:xfrm>
        </p:grpSpPr>
        <p:sp>
          <p:nvSpPr>
            <p:cNvPr id="41" name="大波 40"/>
            <p:cNvSpPr/>
            <p:nvPr/>
          </p:nvSpPr>
          <p:spPr>
            <a:xfrm>
              <a:off x="1005954" y="1394613"/>
              <a:ext cx="1861397" cy="1416985"/>
            </a:xfrm>
            <a:prstGeom prst="wave">
              <a:avLst>
                <a:gd name="adj1" fmla="val 2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cxnSp>
          <p:nvCxnSpPr>
            <p:cNvPr id="45" name="直線コネクタ 44"/>
            <p:cNvCxnSpPr/>
            <p:nvPr/>
          </p:nvCxnSpPr>
          <p:spPr>
            <a:xfrm>
              <a:off x="989873" y="1394613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>
              <a:off x="2867351" y="1371598"/>
              <a:ext cx="0" cy="1440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テキスト ボックス 113"/>
          <p:cNvSpPr txBox="1"/>
          <p:nvPr/>
        </p:nvSpPr>
        <p:spPr>
          <a:xfrm>
            <a:off x="3957971" y="4208021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>
                <a:ea typeface="BIZ UDPゴシック" panose="020B0400000000000000" pitchFamily="50" charset="-128"/>
              </a:rPr>
              <a:t>SR2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3972998" y="4864413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>
                <a:ea typeface="BIZ UDPゴシック" panose="020B0400000000000000" pitchFamily="50" charset="-128"/>
              </a:rPr>
              <a:t>SR3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946703" y="5348586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>
                <a:ea typeface="BIZ UDPゴシック" panose="020B0400000000000000" pitchFamily="50" charset="-128"/>
              </a:rPr>
              <a:t>SRM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6670" y="6370770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OMC</a:t>
            </a:r>
            <a:endParaRPr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3977800" y="5715636"/>
            <a:ext cx="5670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O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MMT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19" name="テキスト ボックス 118"/>
          <p:cNvSpPr txBox="1"/>
          <p:nvPr/>
        </p:nvSpPr>
        <p:spPr>
          <a:xfrm>
            <a:off x="4574805" y="3660970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IX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C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5103450" y="3751068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IXA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382611" y="3847437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EXA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7807830" y="3934092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EXC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3" name="テキスト ボックス 122"/>
          <p:cNvSpPr txBox="1"/>
          <p:nvPr/>
        </p:nvSpPr>
        <p:spPr>
          <a:xfrm>
            <a:off x="8266142" y="3820416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EXT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4047904" y="317627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EYT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5" name="テキスト ボックス 124"/>
          <p:cNvSpPr txBox="1"/>
          <p:nvPr/>
        </p:nvSpPr>
        <p:spPr>
          <a:xfrm>
            <a:off x="4066456" y="642218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EYC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4065026" y="1156196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EYA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7" name="テキスト ボックス 126"/>
          <p:cNvSpPr txBox="1"/>
          <p:nvPr/>
        </p:nvSpPr>
        <p:spPr>
          <a:xfrm>
            <a:off x="3530478" y="3930976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P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R2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8" name="テキスト ボックス 127"/>
          <p:cNvSpPr txBox="1"/>
          <p:nvPr/>
        </p:nvSpPr>
        <p:spPr>
          <a:xfrm>
            <a:off x="3027914" y="3674276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P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R3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29" name="テキスト ボックス 128"/>
          <p:cNvSpPr txBox="1"/>
          <p:nvPr/>
        </p:nvSpPr>
        <p:spPr>
          <a:xfrm>
            <a:off x="2511566" y="3888092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P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RM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30" name="テキスト ボックス 129"/>
          <p:cNvSpPr txBox="1"/>
          <p:nvPr/>
        </p:nvSpPr>
        <p:spPr>
          <a:xfrm>
            <a:off x="1972482" y="3690197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IMMT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31" name="テキスト ボックス 130"/>
          <p:cNvSpPr txBox="1"/>
          <p:nvPr/>
        </p:nvSpPr>
        <p:spPr>
          <a:xfrm>
            <a:off x="1484006" y="3931415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IFI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32" name="テキスト ボックス 131"/>
          <p:cNvSpPr txBox="1"/>
          <p:nvPr/>
        </p:nvSpPr>
        <p:spPr>
          <a:xfrm>
            <a:off x="985357" y="3943201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/>
              </a:rPr>
              <a:t>MCF</a:t>
            </a:r>
            <a:endParaRPr kumimoji="1" lang="ja-JP" altLang="en-US" sz="800" b="1" dirty="0">
              <a:ea typeface="BIZ UDPゴシック" panose="020B0400000000000000"/>
            </a:endParaRPr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974958" y="3202062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MCE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34" name="正方形/長方形 133"/>
          <p:cNvSpPr/>
          <p:nvPr/>
        </p:nvSpPr>
        <p:spPr>
          <a:xfrm>
            <a:off x="484281" y="3702104"/>
            <a:ext cx="334370" cy="443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cxnSp>
        <p:nvCxnSpPr>
          <p:cNvPr id="98" name="直線コネクタ 97"/>
          <p:cNvCxnSpPr>
            <a:stCxn id="72" idx="0"/>
          </p:cNvCxnSpPr>
          <p:nvPr/>
        </p:nvCxnSpPr>
        <p:spPr>
          <a:xfrm flipH="1" flipV="1">
            <a:off x="624495" y="3937510"/>
            <a:ext cx="1555329" cy="240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正方形/長方形 134"/>
          <p:cNvSpPr/>
          <p:nvPr/>
        </p:nvSpPr>
        <p:spPr>
          <a:xfrm>
            <a:off x="1004955" y="4176462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36" name="正方形/長方形 135"/>
          <p:cNvSpPr/>
          <p:nvPr/>
        </p:nvSpPr>
        <p:spPr>
          <a:xfrm>
            <a:off x="1529375" y="4183429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39" name="正方形/長方形 138"/>
          <p:cNvSpPr/>
          <p:nvPr/>
        </p:nvSpPr>
        <p:spPr>
          <a:xfrm>
            <a:off x="3450233" y="4182211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2" name="正方形/長方形 141"/>
          <p:cNvSpPr/>
          <p:nvPr/>
        </p:nvSpPr>
        <p:spPr>
          <a:xfrm rot="16200000">
            <a:off x="3711034" y="4364118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4" name="正方形/長方形 143"/>
          <p:cNvSpPr/>
          <p:nvPr/>
        </p:nvSpPr>
        <p:spPr>
          <a:xfrm rot="16200000">
            <a:off x="4413350" y="6310591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5" name="正方形/長方形 144"/>
          <p:cNvSpPr/>
          <p:nvPr/>
        </p:nvSpPr>
        <p:spPr>
          <a:xfrm rot="16200000">
            <a:off x="7353831" y="4077256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6" name="正方形/長方形 145"/>
          <p:cNvSpPr/>
          <p:nvPr/>
        </p:nvSpPr>
        <p:spPr>
          <a:xfrm rot="16200000">
            <a:off x="7328063" y="3615155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7" name="正方形/長方形 146"/>
          <p:cNvSpPr/>
          <p:nvPr/>
        </p:nvSpPr>
        <p:spPr>
          <a:xfrm rot="16200000">
            <a:off x="3968959" y="1376464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8" name="正方形/長方形 147"/>
          <p:cNvSpPr/>
          <p:nvPr/>
        </p:nvSpPr>
        <p:spPr>
          <a:xfrm rot="16200000">
            <a:off x="4381010" y="1372892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49" name="正方形/長方形 148"/>
          <p:cNvSpPr/>
          <p:nvPr/>
        </p:nvSpPr>
        <p:spPr>
          <a:xfrm rot="16200000">
            <a:off x="8619349" y="3848892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150" name="正方形/長方形 149"/>
          <p:cNvSpPr/>
          <p:nvPr/>
        </p:nvSpPr>
        <p:spPr>
          <a:xfrm>
            <a:off x="4150786" y="126952"/>
            <a:ext cx="149478" cy="123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09" name="テキスト ボックス 208"/>
          <p:cNvSpPr txBox="1"/>
          <p:nvPr/>
        </p:nvSpPr>
        <p:spPr>
          <a:xfrm>
            <a:off x="3990145" y="3185601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IY</a:t>
            </a:r>
            <a:r>
              <a:rPr kumimoji="1" lang="en-US" altLang="ja-JP" sz="800" b="1" dirty="0">
                <a:ea typeface="BIZ UDPゴシック" panose="020B0400000000000000" pitchFamily="50" charset="-128"/>
              </a:rPr>
              <a:t>C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20" name="正方形/長方形 219"/>
          <p:cNvSpPr/>
          <p:nvPr/>
        </p:nvSpPr>
        <p:spPr>
          <a:xfrm>
            <a:off x="1010019" y="2960351"/>
            <a:ext cx="334370" cy="183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  <p:sp>
        <p:nvSpPr>
          <p:cNvPr id="224" name="テキスト ボックス 223"/>
          <p:cNvSpPr txBox="1"/>
          <p:nvPr/>
        </p:nvSpPr>
        <p:spPr>
          <a:xfrm>
            <a:off x="475730" y="3943200"/>
            <a:ext cx="3783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/>
              </a:rPr>
              <a:t>PSL</a:t>
            </a:r>
            <a:endParaRPr lang="ja-JP" altLang="en-US" sz="800" b="1" dirty="0">
              <a:ea typeface="BIZ UDPゴシック" panose="020B0400000000000000"/>
            </a:endParaRPr>
          </a:p>
        </p:txBody>
      </p:sp>
      <p:sp>
        <p:nvSpPr>
          <p:cNvPr id="225" name="テキスト ボックス 224"/>
          <p:cNvSpPr txBox="1"/>
          <p:nvPr/>
        </p:nvSpPr>
        <p:spPr>
          <a:xfrm>
            <a:off x="846134" y="4333277"/>
            <a:ext cx="6305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IMCREFL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26" name="テキスト ボックス 225"/>
          <p:cNvSpPr txBox="1"/>
          <p:nvPr/>
        </p:nvSpPr>
        <p:spPr>
          <a:xfrm>
            <a:off x="1486494" y="4185613"/>
            <a:ext cx="4573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REFL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27" name="テキスト ボックス 226"/>
          <p:cNvSpPr txBox="1"/>
          <p:nvPr/>
        </p:nvSpPr>
        <p:spPr>
          <a:xfrm>
            <a:off x="849843" y="2773279"/>
            <a:ext cx="768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IMCTRANS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0" name="テキスト ボックス 229"/>
          <p:cNvSpPr txBox="1"/>
          <p:nvPr/>
        </p:nvSpPr>
        <p:spPr>
          <a:xfrm>
            <a:off x="3429207" y="4189270"/>
            <a:ext cx="4432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POP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1" name="テキスト ボックス 230"/>
          <p:cNvSpPr txBox="1"/>
          <p:nvPr/>
        </p:nvSpPr>
        <p:spPr>
          <a:xfrm rot="16200000">
            <a:off x="3660599" y="4316605"/>
            <a:ext cx="4432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POS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3" name="テキスト ボックス 232"/>
          <p:cNvSpPr txBox="1"/>
          <p:nvPr/>
        </p:nvSpPr>
        <p:spPr>
          <a:xfrm>
            <a:off x="4441261" y="6302308"/>
            <a:ext cx="4432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AS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4" name="テキスト ボックス 233"/>
          <p:cNvSpPr txBox="1"/>
          <p:nvPr/>
        </p:nvSpPr>
        <p:spPr>
          <a:xfrm>
            <a:off x="8464418" y="3644078"/>
            <a:ext cx="523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TMSX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5" name="テキスト ボックス 234"/>
          <p:cNvSpPr txBox="1"/>
          <p:nvPr/>
        </p:nvSpPr>
        <p:spPr>
          <a:xfrm>
            <a:off x="4233927" y="71278"/>
            <a:ext cx="523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TMSY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6" name="テキスト ボックス 235"/>
          <p:cNvSpPr txBox="1"/>
          <p:nvPr/>
        </p:nvSpPr>
        <p:spPr>
          <a:xfrm>
            <a:off x="4478965" y="1334377"/>
            <a:ext cx="523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 err="1">
                <a:ea typeface="BIZ UDPゴシック" panose="020B0400000000000000" pitchFamily="50" charset="-128"/>
              </a:rPr>
              <a:t>TxY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7" name="テキスト ボックス 236"/>
          <p:cNvSpPr txBox="1"/>
          <p:nvPr/>
        </p:nvSpPr>
        <p:spPr>
          <a:xfrm>
            <a:off x="3642527" y="1342483"/>
            <a:ext cx="396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 err="1">
                <a:ea typeface="BIZ UDPゴシック" panose="020B0400000000000000" pitchFamily="50" charset="-128"/>
              </a:rPr>
              <a:t>RxY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8" name="テキスト ボックス 237"/>
          <p:cNvSpPr txBox="1"/>
          <p:nvPr/>
        </p:nvSpPr>
        <p:spPr>
          <a:xfrm>
            <a:off x="7220205" y="3413646"/>
            <a:ext cx="523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 err="1">
                <a:ea typeface="BIZ UDPゴシック" panose="020B0400000000000000" pitchFamily="50" charset="-128"/>
              </a:rPr>
              <a:t>TxX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239" name="テキスト ボックス 238"/>
          <p:cNvSpPr txBox="1"/>
          <p:nvPr/>
        </p:nvSpPr>
        <p:spPr>
          <a:xfrm>
            <a:off x="7244252" y="4173411"/>
            <a:ext cx="396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 err="1">
                <a:ea typeface="BIZ UDPゴシック" panose="020B0400000000000000" pitchFamily="50" charset="-128"/>
              </a:rPr>
              <a:t>RxX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725220" y="434295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Center</a:t>
            </a:r>
            <a:endParaRPr kumimoji="1" lang="ja-JP" alt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49" name="テキスト ボックス 248"/>
          <p:cNvSpPr txBox="1"/>
          <p:nvPr/>
        </p:nvSpPr>
        <p:spPr>
          <a:xfrm>
            <a:off x="3424402" y="189535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Y-arm</a:t>
            </a:r>
            <a:endParaRPr kumimoji="1" lang="ja-JP" alt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51" name="テキスト ボックス 250"/>
          <p:cNvSpPr txBox="1"/>
          <p:nvPr/>
        </p:nvSpPr>
        <p:spPr>
          <a:xfrm>
            <a:off x="5979187" y="4103517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X-arm</a:t>
            </a:r>
            <a:endParaRPr kumimoji="1" lang="ja-JP" alt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92" name="テキスト ボックス 591"/>
          <p:cNvSpPr txBox="1"/>
          <p:nvPr/>
        </p:nvSpPr>
        <p:spPr>
          <a:xfrm>
            <a:off x="4057143" y="2775870"/>
            <a:ext cx="480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>
                <a:ea typeface="BIZ UDPゴシック" panose="020B0400000000000000" pitchFamily="50" charset="-128"/>
              </a:rPr>
              <a:t>IYA</a:t>
            </a:r>
            <a:endParaRPr kumimoji="1" lang="ja-JP" altLang="en-US" sz="800" b="1" dirty="0">
              <a:ea typeface="BIZ UDPゴシック" panose="020B0400000000000000" pitchFamily="50" charset="-128"/>
            </a:endParaRPr>
          </a:p>
        </p:txBody>
      </p:sp>
      <p:cxnSp>
        <p:nvCxnSpPr>
          <p:cNvPr id="804" name="直線コネクタ 803"/>
          <p:cNvCxnSpPr/>
          <p:nvPr/>
        </p:nvCxnSpPr>
        <p:spPr>
          <a:xfrm flipH="1" flipV="1">
            <a:off x="4194316" y="5927228"/>
            <a:ext cx="69152" cy="36187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直線コネクタ 865"/>
          <p:cNvCxnSpPr/>
          <p:nvPr/>
        </p:nvCxnSpPr>
        <p:spPr>
          <a:xfrm>
            <a:off x="4194315" y="5927227"/>
            <a:ext cx="3209" cy="4789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7" name="正方形/長方形 926"/>
          <p:cNvSpPr/>
          <p:nvPr/>
        </p:nvSpPr>
        <p:spPr>
          <a:xfrm rot="10800000">
            <a:off x="4135776" y="5900334"/>
            <a:ext cx="108000" cy="28800"/>
          </a:xfrm>
          <a:prstGeom prst="rect">
            <a:avLst/>
          </a:prstGeom>
          <a:solidFill>
            <a:srgbClr val="E9AFAF"/>
          </a:solidFill>
          <a:ln>
            <a:solidFill>
              <a:srgbClr val="CFB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/>
          </a:p>
        </p:txBody>
      </p:sp>
    </p:spTree>
    <p:extLst>
      <p:ext uri="{BB962C8B-B14F-4D97-AF65-F5344CB8AC3E}">
        <p14:creationId xmlns:p14="http://schemas.microsoft.com/office/powerpoint/2010/main" val="270318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7473</TotalTime>
  <Words>39</Words>
  <Application>Microsoft Office PowerPoint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鷲見 貴生</dc:creator>
  <cp:lastModifiedBy>Matteo Leonardi</cp:lastModifiedBy>
  <cp:revision>110</cp:revision>
  <cp:lastPrinted>2019-05-13T08:33:47Z</cp:lastPrinted>
  <dcterms:created xsi:type="dcterms:W3CDTF">2019-05-12T12:27:05Z</dcterms:created>
  <dcterms:modified xsi:type="dcterms:W3CDTF">2021-03-02T08:27:34Z</dcterms:modified>
</cp:coreProperties>
</file>